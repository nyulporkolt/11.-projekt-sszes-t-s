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AE06B-A8B5-458A-B7D4-9C2D40822599}" type="datetimeFigureOut">
              <a:rPr lang="hu-HU" smtClean="0"/>
              <a:t>2026.09.07.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D5DB8-0B65-4763-B415-51228D372C5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78493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AE06B-A8B5-458A-B7D4-9C2D40822599}" type="datetimeFigureOut">
              <a:rPr lang="hu-HU" smtClean="0"/>
              <a:t>2026.09.07.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D5DB8-0B65-4763-B415-51228D372C5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08539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AE06B-A8B5-458A-B7D4-9C2D40822599}" type="datetimeFigureOut">
              <a:rPr lang="hu-HU" smtClean="0"/>
              <a:t>2026.09.07.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D5DB8-0B65-4763-B415-51228D372C5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36854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AE06B-A8B5-458A-B7D4-9C2D40822599}" type="datetimeFigureOut">
              <a:rPr lang="hu-HU" smtClean="0"/>
              <a:t>2026.09.07.</a:t>
            </a:fld>
            <a:endParaRPr lang="hu-H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D5DB8-0B65-4763-B415-51228D372C5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05649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AE06B-A8B5-458A-B7D4-9C2D40822599}" type="datetimeFigureOut">
              <a:rPr lang="hu-HU" smtClean="0"/>
              <a:t>2026.09.07.</a:t>
            </a:fld>
            <a:endParaRPr lang="hu-HU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D5DB8-0B65-4763-B415-51228D372C5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211341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AE06B-A8B5-458A-B7D4-9C2D40822599}" type="datetimeFigureOut">
              <a:rPr lang="hu-HU" smtClean="0"/>
              <a:t>2026.09.07.</a:t>
            </a:fld>
            <a:endParaRPr lang="hu-HU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D5DB8-0B65-4763-B415-51228D372C5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78830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AE06B-A8B5-458A-B7D4-9C2D40822599}" type="datetimeFigureOut">
              <a:rPr lang="hu-HU" smtClean="0"/>
              <a:t>2026.09.07.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D5DB8-0B65-4763-B415-51228D372C5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60409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AE06B-A8B5-458A-B7D4-9C2D40822599}" type="datetimeFigureOut">
              <a:rPr lang="hu-HU" smtClean="0"/>
              <a:t>2026.09.07.</a:t>
            </a:fld>
            <a:endParaRPr lang="hu-H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D5DB8-0B65-4763-B415-51228D372C5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40216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AE06B-A8B5-458A-B7D4-9C2D40822599}" type="datetimeFigureOut">
              <a:rPr lang="hu-HU" smtClean="0"/>
              <a:t>2026.09.07.</a:t>
            </a:fld>
            <a:endParaRPr lang="hu-H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hu-HU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D5DB8-0B65-4763-B415-51228D372C5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15313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AE06B-A8B5-458A-B7D4-9C2D40822599}" type="datetimeFigureOut">
              <a:rPr lang="hu-HU" smtClean="0"/>
              <a:t>2026.09.07.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D5DB8-0B65-4763-B415-51228D372C5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52363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AE06B-A8B5-458A-B7D4-9C2D40822599}" type="datetimeFigureOut">
              <a:rPr lang="hu-HU" smtClean="0"/>
              <a:t>2026.09.07.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D5DB8-0B65-4763-B415-51228D372C5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22602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2C5AE06B-A8B5-458A-B7D4-9C2D40822599}" type="datetimeFigureOut">
              <a:rPr lang="hu-HU" smtClean="0"/>
              <a:t>2026.09.07.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ABAD5DB8-0B65-4763-B415-51228D372C5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28253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845CF62-17B1-4542-89E7-1B3D12AE94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/>
              <a:t>Összefoglaló a 11. évi projektmunkákról.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0FE0A2A8-418E-4F47-B694-E4E19DDA2F5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/>
              <a:t>Készítette: László Bence</a:t>
            </a:r>
          </a:p>
        </p:txBody>
      </p:sp>
    </p:spTree>
    <p:extLst>
      <p:ext uri="{BB962C8B-B14F-4D97-AF65-F5344CB8AC3E}">
        <p14:creationId xmlns:p14="http://schemas.microsoft.com/office/powerpoint/2010/main" val="2412305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32E4A0A-8EBD-47C6-A08A-BAA6BFEB53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55601"/>
            <a:ext cx="5880683" cy="897086"/>
          </a:xfrm>
        </p:spPr>
        <p:txBody>
          <a:bodyPr>
            <a:normAutofit fontScale="90000"/>
          </a:bodyPr>
          <a:lstStyle/>
          <a:p>
            <a:r>
              <a:rPr lang="hu-HU" dirty="0">
                <a:solidFill>
                  <a:schemeClr val="tx1">
                    <a:lumMod val="95000"/>
                    <a:lumOff val="5000"/>
                  </a:schemeClr>
                </a:solidFill>
              </a:rPr>
              <a:t>1. Projekt: nincs név</a:t>
            </a: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FA33E0E1-48EE-404A-958B-2EC3453C5043}"/>
              </a:ext>
            </a:extLst>
          </p:cNvPr>
          <p:cNvSpPr txBox="1"/>
          <p:nvPr/>
        </p:nvSpPr>
        <p:spPr>
          <a:xfrm>
            <a:off x="763399" y="897086"/>
            <a:ext cx="836382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>
                <a:solidFill>
                  <a:schemeClr val="bg1"/>
                </a:solidFill>
              </a:rPr>
              <a:t>Az első projektet </a:t>
            </a:r>
            <a:r>
              <a:rPr lang="hu-HU" sz="2400" dirty="0" err="1">
                <a:solidFill>
                  <a:schemeClr val="bg1"/>
                </a:solidFill>
              </a:rPr>
              <a:t>Rokkóval</a:t>
            </a:r>
            <a:r>
              <a:rPr lang="hu-HU" sz="2400" dirty="0">
                <a:solidFill>
                  <a:schemeClr val="bg1"/>
                </a:solidFill>
              </a:rPr>
              <a:t> és Richárd kollegákkal készítettem ahol a </a:t>
            </a:r>
            <a:r>
              <a:rPr lang="hu-HU" sz="2400" dirty="0" err="1">
                <a:solidFill>
                  <a:schemeClr val="bg1"/>
                </a:solidFill>
              </a:rPr>
              <a:t>html-en</a:t>
            </a:r>
            <a:r>
              <a:rPr lang="hu-HU" sz="2400" dirty="0">
                <a:solidFill>
                  <a:schemeClr val="bg1"/>
                </a:solidFill>
              </a:rPr>
              <a:t> belüli </a:t>
            </a:r>
            <a:r>
              <a:rPr lang="hu-HU" sz="2400" dirty="0" err="1">
                <a:solidFill>
                  <a:schemeClr val="bg1"/>
                </a:solidFill>
              </a:rPr>
              <a:t>szematikus</a:t>
            </a:r>
            <a:r>
              <a:rPr lang="hu-HU" sz="2400" dirty="0">
                <a:solidFill>
                  <a:schemeClr val="bg1"/>
                </a:solidFill>
              </a:rPr>
              <a:t> elemekkel kapcsolatos tudásomat mutattam be.</a:t>
            </a:r>
          </a:p>
          <a:p>
            <a:r>
              <a:rPr lang="hu-HU" sz="2400" dirty="0">
                <a:solidFill>
                  <a:schemeClr val="bg1"/>
                </a:solidFill>
              </a:rPr>
              <a:t>A projektet sikeresnek titulálom. 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0684BECB-95C0-47B6-BBCE-04568B8B58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060" y="2556223"/>
            <a:ext cx="3187817" cy="1910984"/>
          </a:xfrm>
          <a:prstGeom prst="rect">
            <a:avLst/>
          </a:prstGeo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2F04EC3F-F36D-42E5-9804-EAA77E64DC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060" y="4467207"/>
            <a:ext cx="2663204" cy="1549308"/>
          </a:xfrm>
          <a:prstGeom prst="rect">
            <a:avLst/>
          </a:prstGeom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id="{7E2B3031-7820-4BE9-A594-392F4F9EA9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9153" y="2556223"/>
            <a:ext cx="4506025" cy="3075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7405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1A949F8-9D2E-47B9-8EEA-D52A416B96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51114"/>
            <a:ext cx="7835317" cy="713064"/>
          </a:xfrm>
        </p:spPr>
        <p:txBody>
          <a:bodyPr>
            <a:normAutofit fontScale="90000"/>
          </a:bodyPr>
          <a:lstStyle/>
          <a:p>
            <a:r>
              <a:rPr lang="hu-HU" dirty="0">
                <a:solidFill>
                  <a:schemeClr val="tx1">
                    <a:lumMod val="95000"/>
                    <a:lumOff val="5000"/>
                  </a:schemeClr>
                </a:solidFill>
              </a:rPr>
              <a:t>2. Projekt: </a:t>
            </a:r>
            <a:r>
              <a:rPr lang="hu-HU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ts_tuff_mango</a:t>
            </a:r>
            <a:endParaRPr lang="hu-HU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32334C0F-48A2-49DE-BA49-AF3B757166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6293" y="872455"/>
            <a:ext cx="8738041" cy="1049867"/>
          </a:xfrm>
        </p:spPr>
        <p:txBody>
          <a:bodyPr>
            <a:noAutofit/>
          </a:bodyPr>
          <a:lstStyle/>
          <a:p>
            <a:r>
              <a:rPr lang="hu-HU" sz="2400" dirty="0">
                <a:solidFill>
                  <a:schemeClr val="bg1"/>
                </a:solidFill>
              </a:rPr>
              <a:t>A projektoktatást kellett bemutatni amit eleinte </a:t>
            </a:r>
            <a:r>
              <a:rPr lang="hu-HU" sz="2400" dirty="0" err="1">
                <a:solidFill>
                  <a:schemeClr val="bg1"/>
                </a:solidFill>
              </a:rPr>
              <a:t>html-ben</a:t>
            </a:r>
            <a:r>
              <a:rPr lang="hu-HU" sz="2400" dirty="0">
                <a:solidFill>
                  <a:schemeClr val="bg1"/>
                </a:solidFill>
              </a:rPr>
              <a:t> kezdtem el csinálni majd a készítési folyamat elején abba hagytam és végül </a:t>
            </a:r>
            <a:r>
              <a:rPr lang="hu-HU" sz="2400" dirty="0" err="1">
                <a:solidFill>
                  <a:schemeClr val="bg1"/>
                </a:solidFill>
              </a:rPr>
              <a:t>ppt</a:t>
            </a:r>
            <a:r>
              <a:rPr lang="hu-HU" sz="2400" dirty="0">
                <a:solidFill>
                  <a:schemeClr val="bg1"/>
                </a:solidFill>
              </a:rPr>
              <a:t>-ben fejeztem be egyedül. A projekt nagyjából késznek tekinthető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B70A948D-1B74-439D-8732-2312D9B8CF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732" y="2273879"/>
            <a:ext cx="7764918" cy="3468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4847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1ED0CD3-A0DD-4344-B438-2B18F9EECB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4932727" cy="755009"/>
          </a:xfrm>
        </p:spPr>
        <p:txBody>
          <a:bodyPr>
            <a:normAutofit fontScale="90000"/>
          </a:bodyPr>
          <a:lstStyle/>
          <a:p>
            <a:r>
              <a:rPr lang="hu-HU" dirty="0">
                <a:solidFill>
                  <a:schemeClr val="tx1">
                    <a:lumMod val="95000"/>
                    <a:lumOff val="5000"/>
                  </a:schemeClr>
                </a:solidFill>
              </a:rPr>
              <a:t>3. Projekt: </a:t>
            </a:r>
            <a:r>
              <a:rPr lang="hu-HU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lbence</a:t>
            </a:r>
            <a:r>
              <a:rPr lang="hu-HU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0EEF70DA-CDA9-4D85-BACE-300A392146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4645" y="1316533"/>
            <a:ext cx="8075311" cy="1049867"/>
          </a:xfrm>
        </p:spPr>
        <p:txBody>
          <a:bodyPr>
            <a:noAutofit/>
          </a:bodyPr>
          <a:lstStyle/>
          <a:p>
            <a:r>
              <a:rPr lang="hu-HU" sz="2400" dirty="0">
                <a:solidFill>
                  <a:schemeClr val="bg1"/>
                </a:solidFill>
              </a:rPr>
              <a:t>Ez a projekt egyedül kellett mindenkinek nekiállnia. A projekt arról szólt hogy készítsünk egy űrlapot a </a:t>
            </a:r>
            <a:r>
              <a:rPr lang="hu-HU" sz="2400" dirty="0" err="1">
                <a:solidFill>
                  <a:schemeClr val="bg1"/>
                </a:solidFill>
              </a:rPr>
              <a:t>google</a:t>
            </a:r>
            <a:r>
              <a:rPr lang="hu-HU" sz="2400" dirty="0">
                <a:solidFill>
                  <a:schemeClr val="bg1"/>
                </a:solidFill>
              </a:rPr>
              <a:t> </a:t>
            </a:r>
            <a:r>
              <a:rPr lang="hu-HU" sz="2400" dirty="0" err="1">
                <a:solidFill>
                  <a:schemeClr val="bg1"/>
                </a:solidFill>
              </a:rPr>
              <a:t>formsban</a:t>
            </a:r>
            <a:r>
              <a:rPr lang="hu-HU" sz="2400" dirty="0">
                <a:solidFill>
                  <a:schemeClr val="bg1"/>
                </a:solidFill>
              </a:rPr>
              <a:t> a projektoktatással kapcsolatban. A projekt kész állapotú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AB5E155A-EC00-4104-A18C-8228BF45CF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875" y="2709991"/>
            <a:ext cx="7196850" cy="3036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305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4D50366-1AA8-4E6C-AE09-54D10AFEB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05811"/>
            <a:ext cx="12273094" cy="570451"/>
          </a:xfrm>
        </p:spPr>
        <p:txBody>
          <a:bodyPr>
            <a:noAutofit/>
          </a:bodyPr>
          <a:lstStyle/>
          <a:p>
            <a:r>
              <a:rPr lang="hu-HU" sz="4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4. projekt: </a:t>
            </a:r>
            <a:r>
              <a:rPr lang="hu-HU" sz="4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Kisválalkozói</a:t>
            </a:r>
            <a:r>
              <a:rPr lang="hu-HU" sz="4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weboldal </a:t>
            </a:r>
            <a:r>
              <a:rPr lang="hu-HU" sz="4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made</a:t>
            </a:r>
            <a:r>
              <a:rPr lang="hu-HU" sz="4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hu-HU" sz="4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by</a:t>
            </a:r>
            <a:r>
              <a:rPr lang="hu-HU" sz="4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hu-HU" sz="4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tuffy</a:t>
            </a:r>
            <a:r>
              <a:rPr lang="hu-HU" sz="4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hu-HU" sz="4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tuffson</a:t>
            </a:r>
            <a:r>
              <a:rPr lang="hu-HU" sz="4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EFN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AE49E9EA-F5AB-4C8D-BBE5-3F1165427E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9181" y="737693"/>
            <a:ext cx="8654152" cy="1049867"/>
          </a:xfrm>
        </p:spPr>
        <p:txBody>
          <a:bodyPr>
            <a:noAutofit/>
          </a:bodyPr>
          <a:lstStyle/>
          <a:p>
            <a:r>
              <a:rPr lang="hu-HU" sz="2400" dirty="0">
                <a:solidFill>
                  <a:schemeClr val="bg1"/>
                </a:solidFill>
              </a:rPr>
              <a:t>Ebben a feladatban a </a:t>
            </a:r>
            <a:r>
              <a:rPr lang="hu-HU" sz="2400" dirty="0" err="1">
                <a:solidFill>
                  <a:schemeClr val="bg1"/>
                </a:solidFill>
              </a:rPr>
              <a:t>html</a:t>
            </a:r>
            <a:r>
              <a:rPr lang="hu-HU" sz="2400" dirty="0">
                <a:solidFill>
                  <a:schemeClr val="bg1"/>
                </a:solidFill>
              </a:rPr>
              <a:t> és </a:t>
            </a:r>
            <a:r>
              <a:rPr lang="hu-HU" sz="2400" dirty="0" err="1">
                <a:solidFill>
                  <a:schemeClr val="bg1"/>
                </a:solidFill>
              </a:rPr>
              <a:t>js</a:t>
            </a:r>
            <a:r>
              <a:rPr lang="hu-HU" sz="2400" dirty="0">
                <a:solidFill>
                  <a:schemeClr val="bg1"/>
                </a:solidFill>
              </a:rPr>
              <a:t> tudásunkat kellett bemutatni. Egy autó kereskedés oldalt készítettem egyedül megint. A dizájnra nem volt időm és hibák vannak az oldalon így a projekt csak félkésznek tekinthető.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69880001-5285-4953-9C9F-E32C8F1AE0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425" y="2296958"/>
            <a:ext cx="3799977" cy="3367734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9F4CD514-EB52-4888-88E3-DEB0046A59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0836" y="737693"/>
            <a:ext cx="1861865" cy="5278441"/>
          </a:xfrm>
          <a:prstGeom prst="rect">
            <a:avLst/>
          </a:prstGeom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DCC69976-184B-4BB6-B503-5BF9C46F3E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0825" y="1867567"/>
            <a:ext cx="3123775" cy="1927676"/>
          </a:xfrm>
          <a:prstGeom prst="rect">
            <a:avLst/>
          </a:prstGeom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9A3868D7-F5FE-46D5-BCF2-43E594094B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6248" y="3856674"/>
            <a:ext cx="3717320" cy="2177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2437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B018664-09C7-48CA-A1E6-2A19CFD6B1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835" y="33556"/>
            <a:ext cx="7097086" cy="687897"/>
          </a:xfrm>
        </p:spPr>
        <p:txBody>
          <a:bodyPr>
            <a:noAutofit/>
          </a:bodyPr>
          <a:lstStyle/>
          <a:p>
            <a:r>
              <a:rPr lang="hu-HU" sz="4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5. Projekt 2026feladat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AB83858C-4F6C-4EEA-94B4-8E56CA3FEC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4730" y="953923"/>
            <a:ext cx="7315200" cy="914400"/>
          </a:xfrm>
        </p:spPr>
        <p:txBody>
          <a:bodyPr>
            <a:noAutofit/>
          </a:bodyPr>
          <a:lstStyle/>
          <a:p>
            <a:r>
              <a:rPr lang="hu-HU" sz="2400" dirty="0">
                <a:solidFill>
                  <a:schemeClr val="bg1"/>
                </a:solidFill>
              </a:rPr>
              <a:t>Ebben a projektben egy </a:t>
            </a:r>
            <a:r>
              <a:rPr lang="hu-HU" sz="2400" dirty="0" err="1">
                <a:solidFill>
                  <a:schemeClr val="bg1"/>
                </a:solidFill>
              </a:rPr>
              <a:t>JavaScriptes</a:t>
            </a:r>
            <a:r>
              <a:rPr lang="hu-HU" sz="2400" dirty="0">
                <a:solidFill>
                  <a:schemeClr val="bg1"/>
                </a:solidFill>
              </a:rPr>
              <a:t> interaktív oldalt kellett készíteni ami változtatja a színét, lehet bele szöveget írni stb.. Szokásosan egyedül készült az oldal. Az oldal nem készült el határidőre.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ED36C8C1-8EA7-4532-BECD-054AD3CCCA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3695" y="2374084"/>
            <a:ext cx="2513304" cy="3661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5728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7DD36C6-724A-4CC5-A8E7-17E91F8BC0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9630561" cy="796954"/>
          </a:xfrm>
        </p:spPr>
        <p:txBody>
          <a:bodyPr>
            <a:normAutofit fontScale="90000"/>
          </a:bodyPr>
          <a:lstStyle/>
          <a:p>
            <a:r>
              <a:rPr lang="hu-HU" dirty="0">
                <a:solidFill>
                  <a:schemeClr val="tx1">
                    <a:lumMod val="95000"/>
                    <a:lumOff val="5000"/>
                  </a:schemeClr>
                </a:solidFill>
              </a:rPr>
              <a:t>6. Projekt projektmunka 11 </a:t>
            </a:r>
            <a:r>
              <a:rPr lang="hu-HU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utso</a:t>
            </a:r>
            <a:endParaRPr lang="hu-HU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6AA16EAE-AEE5-496B-97D1-F588D58854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9839" y="1071368"/>
            <a:ext cx="7783926" cy="914400"/>
          </a:xfrm>
        </p:spPr>
        <p:txBody>
          <a:bodyPr>
            <a:noAutofit/>
          </a:bodyPr>
          <a:lstStyle/>
          <a:p>
            <a:r>
              <a:rPr lang="hu-HU" sz="2400" dirty="0">
                <a:solidFill>
                  <a:schemeClr val="bg1"/>
                </a:solidFill>
              </a:rPr>
              <a:t>A feladat az utolsó projektben az volt hogy készítsünk egy interaktív játékot </a:t>
            </a:r>
            <a:r>
              <a:rPr lang="hu-HU" sz="2400" dirty="0" err="1">
                <a:solidFill>
                  <a:schemeClr val="bg1"/>
                </a:solidFill>
              </a:rPr>
              <a:t>Js</a:t>
            </a:r>
            <a:r>
              <a:rPr lang="hu-HU" sz="2400" dirty="0">
                <a:solidFill>
                  <a:schemeClr val="bg1"/>
                </a:solidFill>
              </a:rPr>
              <a:t>-t használva egyedül. A játék nem készült el időre és egy másikat raktam be a projektbe ami erősen bűzlött az AI-</a:t>
            </a:r>
            <a:r>
              <a:rPr lang="hu-HU" sz="2400" dirty="0" err="1">
                <a:solidFill>
                  <a:schemeClr val="bg1"/>
                </a:solidFill>
              </a:rPr>
              <a:t>tól</a:t>
            </a:r>
            <a:r>
              <a:rPr lang="hu-HU" sz="2400" dirty="0">
                <a:solidFill>
                  <a:schemeClr val="bg1"/>
                </a:solidFill>
              </a:rPr>
              <a:t> ennek következménye az hogy a projekt sikertelen volt.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04382E3A-1AC9-44B3-8247-98F9B6E771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1509" y="2582453"/>
            <a:ext cx="3071428" cy="3417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55286"/>
      </p:ext>
    </p:extLst>
  </p:cSld>
  <p:clrMapOvr>
    <a:masterClrMapping/>
  </p:clrMapOvr>
</p:sld>
</file>

<file path=ppt/theme/theme1.xml><?xml version="1.0" encoding="utf-8"?>
<a:theme xmlns:a="http://schemas.openxmlformats.org/drawingml/2006/main" name="Keret">
  <a:themeElements>
    <a:clrScheme name="Keret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Keret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Keret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TM16401375[[fn=Madison]]</Template>
  <TotalTime>66</TotalTime>
  <Words>244</Words>
  <Application>Microsoft Office PowerPoint</Application>
  <PresentationFormat>Szélesvásznú</PresentationFormat>
  <Paragraphs>15</Paragraphs>
  <Slides>7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2</vt:i4>
      </vt:variant>
      <vt:variant>
        <vt:lpstr>Téma</vt:lpstr>
      </vt:variant>
      <vt:variant>
        <vt:i4>1</vt:i4>
      </vt:variant>
      <vt:variant>
        <vt:lpstr>Diacímek</vt:lpstr>
      </vt:variant>
      <vt:variant>
        <vt:i4>7</vt:i4>
      </vt:variant>
    </vt:vector>
  </HeadingPairs>
  <TitlesOfParts>
    <vt:vector size="10" baseType="lpstr">
      <vt:lpstr>Corbel</vt:lpstr>
      <vt:lpstr>Wingdings 2</vt:lpstr>
      <vt:lpstr>Keret</vt:lpstr>
      <vt:lpstr>Összefoglaló a 11. évi projektmunkákról.</vt:lpstr>
      <vt:lpstr>1. Projekt: nincs név</vt:lpstr>
      <vt:lpstr>2. Projekt: ts_tuff_mango</vt:lpstr>
      <vt:lpstr>3. Projekt: lbence </vt:lpstr>
      <vt:lpstr>4. projekt: Kisválalkozói weboldal made by tuffy tuffson EFN</vt:lpstr>
      <vt:lpstr>5. Projekt 2026feladat</vt:lpstr>
      <vt:lpstr>6. Projekt projektmunka 11 utso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Összefoglaló a 11. évi projektmunkákról.</dc:title>
  <dc:creator>László Bence József</dc:creator>
  <cp:lastModifiedBy>László Bence József</cp:lastModifiedBy>
  <cp:revision>10</cp:revision>
  <dcterms:created xsi:type="dcterms:W3CDTF">2026-09-07T11:45:34Z</dcterms:created>
  <dcterms:modified xsi:type="dcterms:W3CDTF">2026-09-07T12:51:51Z</dcterms:modified>
</cp:coreProperties>
</file>